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85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41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82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97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808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89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7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1825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02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95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238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550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221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458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015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522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A22FA47-1C8C-4813-9247-6C689612472C}" type="datetimeFigureOut">
              <a:rPr lang="ru-RU" smtClean="0"/>
              <a:t>19.05.2022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AA4F095-F56E-4C49-B622-DFB5887C3E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149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0ejLhZAE3I&amp;t=945s" TargetMode="External"/><Relationship Id="rId2" Type="http://schemas.openxmlformats.org/officeDocument/2006/relationships/hyperlink" Target="https://www.youtube.com/watch?v=CinZ-haX9Q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u.wikipedia.org/wiki/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18122" y="429344"/>
            <a:ext cx="9144000" cy="2387600"/>
          </a:xfrm>
        </p:spPr>
        <p:txBody>
          <a:bodyPr>
            <a:normAutofit/>
          </a:bodyPr>
          <a:lstStyle/>
          <a:p>
            <a:r>
              <a:rPr lang="ru-RU" sz="2400" b="1" dirty="0"/>
              <a:t>Муниципальное бюджетное общеобразовательное </a:t>
            </a:r>
            <a:r>
              <a:rPr lang="ru-RU" sz="2400" b="1" dirty="0" smtClean="0"/>
              <a:t>учреждение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b="1" dirty="0"/>
              <a:t>«Кизнерская средняя общеобразовательная школа №1»</a:t>
            </a:r>
            <a:r>
              <a:rPr lang="ru-RU" sz="2400" dirty="0"/>
              <a:t/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666198"/>
            <a:ext cx="9144000" cy="2591602"/>
          </a:xfrm>
        </p:spPr>
        <p:txBody>
          <a:bodyPr/>
          <a:lstStyle/>
          <a:p>
            <a:r>
              <a:rPr lang="ru-RU" dirty="0"/>
              <a:t>Проектная работа</a:t>
            </a:r>
          </a:p>
          <a:p>
            <a:r>
              <a:rPr lang="ru-RU" dirty="0" smtClean="0"/>
              <a:t>«</a:t>
            </a:r>
            <a:r>
              <a:rPr lang="ru-RU" dirty="0"/>
              <a:t>тур по школе созданный с помощью </a:t>
            </a:r>
            <a:r>
              <a:rPr lang="ru-RU" dirty="0" err="1"/>
              <a:t>квадрокоптера</a:t>
            </a:r>
            <a:r>
              <a:rPr lang="ru-RU" dirty="0" smtClean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50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А</a:t>
            </a:r>
            <a:r>
              <a:rPr lang="ru-RU" sz="3600" b="1" dirty="0" smtClean="0"/>
              <a:t>вторы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196" y="1334737"/>
            <a:ext cx="10515600" cy="5354821"/>
          </a:xfrm>
        </p:spPr>
        <p:txBody>
          <a:bodyPr/>
          <a:lstStyle/>
          <a:p>
            <a:r>
              <a:rPr lang="ru-RU" dirty="0"/>
              <a:t>Выполнил ученик 7 Б класса</a:t>
            </a:r>
          </a:p>
          <a:p>
            <a:r>
              <a:rPr lang="ru-RU" dirty="0"/>
              <a:t>Лаптев Артём Леонидович</a:t>
            </a:r>
          </a:p>
          <a:p>
            <a:r>
              <a:rPr lang="ru-RU" dirty="0"/>
              <a:t>Кутергин Евгений Андреевич</a:t>
            </a:r>
          </a:p>
          <a:p>
            <a:r>
              <a:rPr lang="ru-RU" dirty="0"/>
              <a:t>Христолюбов Данил Валерьевич</a:t>
            </a:r>
          </a:p>
          <a:p>
            <a:r>
              <a:rPr lang="ru-RU" dirty="0"/>
              <a:t>Игнатьев Александр Витальевич</a:t>
            </a:r>
          </a:p>
          <a:p>
            <a:pPr marL="0" indent="0">
              <a:buNone/>
            </a:pPr>
            <a:r>
              <a:rPr lang="ru-RU" dirty="0" smtClean="0"/>
              <a:t>Руководитель</a:t>
            </a:r>
          </a:p>
          <a:p>
            <a:pPr marL="0" indent="0">
              <a:buNone/>
            </a:pPr>
            <a:r>
              <a:rPr lang="ru-RU" dirty="0" err="1"/>
              <a:t>Дзюин</a:t>
            </a:r>
            <a:r>
              <a:rPr lang="ru-RU" dirty="0"/>
              <a:t> Владимир Олегович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Начало работы 8.04.22 завершение работы17.05.22</a:t>
            </a:r>
            <a:endParaRPr lang="ru-RU" dirty="0"/>
          </a:p>
          <a:p>
            <a:pPr marL="0" indent="0" algn="ctr">
              <a:buNone/>
            </a:pPr>
            <a:r>
              <a:rPr lang="ru-RU" dirty="0" smtClean="0"/>
              <a:t>П.Кизнер</a:t>
            </a:r>
          </a:p>
          <a:p>
            <a:pPr marL="0" indent="0" algn="ctr">
              <a:buNone/>
            </a:pPr>
            <a:r>
              <a:rPr lang="ru-RU" dirty="0" smtClean="0"/>
              <a:t>2022г.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23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</a:t>
            </a:r>
            <a:r>
              <a:rPr lang="ru-RU" dirty="0" smtClean="0"/>
              <a:t>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2697" y="1440614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Виртуальные туры, позволяющие человеку попасть в интересующее его место в интерактивном режиме, с каждым днем приобретают все большую популярность. Сегодня это актуальный рекламный продукт, которые дает возможность полномасштабно показать клиенту товар или услугу, намного более реалистично, чем при просмотре фотографий и видеороликов, чтении описаний.</a:t>
            </a:r>
          </a:p>
        </p:txBody>
      </p:sp>
    </p:spTree>
    <p:extLst>
      <p:ext uri="{BB962C8B-B14F-4D97-AF65-F5344CB8AC3E}">
        <p14:creationId xmlns:p14="http://schemas.microsoft.com/office/powerpoint/2010/main" val="281947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Проблема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Много времени занимает на посещение и ознакомлении со школами для родителей будущих первоклассников.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893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1947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b="1" dirty="0" smtClean="0"/>
              <a:t>Цель работы</a:t>
            </a:r>
            <a:endParaRPr lang="ru-RU" sz="5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1805" y="1961406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Создание виртуального тура для </a:t>
            </a:r>
            <a:r>
              <a:rPr lang="ru-RU" dirty="0" smtClean="0"/>
              <a:t>онлайн тура</a:t>
            </a:r>
          </a:p>
          <a:p>
            <a:pPr marL="0" indent="0">
              <a:buNone/>
            </a:pPr>
            <a:r>
              <a:rPr lang="ru-RU" sz="5800" dirty="0" smtClean="0"/>
              <a:t>Задачи </a:t>
            </a:r>
          </a:p>
          <a:p>
            <a:r>
              <a:rPr lang="ru-RU" sz="3200" dirty="0" smtClean="0"/>
              <a:t>1. </a:t>
            </a:r>
            <a:r>
              <a:rPr lang="ru-RU" sz="3200" dirty="0"/>
              <a:t>Изучение научно-теоретического материала</a:t>
            </a:r>
          </a:p>
          <a:p>
            <a:r>
              <a:rPr lang="ru-RU" sz="3200" dirty="0"/>
              <a:t>2. Сбор информации (фотографий) при помощи </a:t>
            </a:r>
            <a:r>
              <a:rPr lang="ru-RU" sz="3200" dirty="0" err="1"/>
              <a:t>квадрокоптера</a:t>
            </a:r>
            <a:r>
              <a:rPr lang="ru-RU" sz="3200" dirty="0"/>
              <a:t> </a:t>
            </a:r>
          </a:p>
          <a:p>
            <a:r>
              <a:rPr lang="ru-RU" sz="3200" dirty="0"/>
              <a:t>3. Обработка полученной информации и создание виртуального тура при помощи программы </a:t>
            </a:r>
            <a:r>
              <a:rPr lang="ru-RU" sz="3200" dirty="0" err="1"/>
              <a:t>Kolor</a:t>
            </a:r>
            <a:r>
              <a:rPr lang="ru-RU" sz="3200" dirty="0"/>
              <a:t> </a:t>
            </a:r>
            <a:r>
              <a:rPr lang="ru-RU" sz="3200" dirty="0" err="1"/>
              <a:t>Panotour</a:t>
            </a:r>
            <a:r>
              <a:rPr lang="ru-RU" sz="3200" dirty="0"/>
              <a:t> </a:t>
            </a:r>
            <a:r>
              <a:rPr lang="ru-RU" sz="3200" dirty="0" err="1"/>
              <a:t>Pro</a:t>
            </a:r>
            <a:r>
              <a:rPr lang="ru-RU" sz="3200" dirty="0"/>
              <a:t> 2.3</a:t>
            </a:r>
          </a:p>
          <a:p>
            <a:r>
              <a:rPr lang="ru-RU" sz="3200" dirty="0"/>
              <a:t>4. Загрузка полученных тура в интернет. </a:t>
            </a:r>
          </a:p>
          <a:p>
            <a:pPr marL="0" indent="0">
              <a:buNone/>
            </a:pPr>
            <a:endParaRPr lang="ru-RU" sz="3200" dirty="0" smtClean="0"/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4591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 </a:t>
            </a:r>
            <a:r>
              <a:rPr lang="ru-RU" b="1" dirty="0"/>
              <a:t>Р</a:t>
            </a:r>
            <a:r>
              <a:rPr lang="ru-RU" b="1" dirty="0" smtClean="0"/>
              <a:t>есурсы </a:t>
            </a:r>
            <a:br>
              <a:rPr lang="ru-RU" b="1" dirty="0" smtClean="0"/>
            </a:b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Материальные </a:t>
            </a:r>
          </a:p>
          <a:p>
            <a:r>
              <a:rPr lang="ru-RU" dirty="0" smtClean="0"/>
              <a:t>Компьютер </a:t>
            </a:r>
          </a:p>
          <a:p>
            <a:r>
              <a:rPr lang="ru-RU" dirty="0" err="1"/>
              <a:t>Квадрокоптер</a:t>
            </a:r>
            <a:r>
              <a:rPr lang="ru-RU" dirty="0"/>
              <a:t> </a:t>
            </a:r>
            <a:r>
              <a:rPr lang="en-US" dirty="0"/>
              <a:t>DJI Mavic</a:t>
            </a:r>
            <a:r>
              <a:rPr lang="ru-RU" dirty="0"/>
              <a:t> 2 </a:t>
            </a:r>
            <a:r>
              <a:rPr lang="en-US" dirty="0"/>
              <a:t>Pro</a:t>
            </a:r>
            <a:r>
              <a:rPr lang="ru-RU" dirty="0"/>
              <a:t>(</a:t>
            </a:r>
            <a:r>
              <a:rPr lang="ru-RU" dirty="0" err="1"/>
              <a:t>Кванториум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 smtClean="0"/>
              <a:t>Не материальный</a:t>
            </a:r>
          </a:p>
          <a:p>
            <a:pPr lvl="0"/>
            <a:r>
              <a:rPr lang="ru-RU" dirty="0"/>
              <a:t>Интернет</a:t>
            </a:r>
          </a:p>
          <a:p>
            <a:pPr lvl="0"/>
            <a:r>
              <a:rPr lang="ru-RU" dirty="0"/>
              <a:t>Программа </a:t>
            </a:r>
            <a:r>
              <a:rPr lang="ru-RU" dirty="0" err="1"/>
              <a:t>Kolor</a:t>
            </a:r>
            <a:r>
              <a:rPr lang="ru-RU" dirty="0"/>
              <a:t> </a:t>
            </a:r>
            <a:r>
              <a:rPr lang="ru-RU" dirty="0" err="1"/>
              <a:t>Panotour</a:t>
            </a:r>
            <a:r>
              <a:rPr lang="ru-RU" dirty="0"/>
              <a:t> </a:t>
            </a:r>
            <a:r>
              <a:rPr lang="ru-RU" dirty="0" err="1"/>
              <a:t>Pro</a:t>
            </a:r>
            <a:r>
              <a:rPr lang="ru-RU" dirty="0"/>
              <a:t> </a:t>
            </a:r>
            <a:r>
              <a:rPr lang="ru-RU" dirty="0" smtClean="0"/>
              <a:t>2.3</a:t>
            </a:r>
          </a:p>
          <a:p>
            <a:pPr lvl="0"/>
            <a:r>
              <a:rPr lang="ru-RU" dirty="0" smtClean="0"/>
              <a:t>Время </a:t>
            </a:r>
            <a:r>
              <a:rPr lang="ru-RU" dirty="0" smtClean="0"/>
              <a:t>человека</a:t>
            </a:r>
          </a:p>
          <a:p>
            <a:pPr lvl="0"/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373" y="0"/>
            <a:ext cx="4452730" cy="285445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339" y="4179367"/>
            <a:ext cx="5552661" cy="267863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393" y="5330054"/>
            <a:ext cx="1527946" cy="152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Оценка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Проект оценивается как успешный и готовый продукт 49/50   </a:t>
            </a:r>
          </a:p>
          <a:p>
            <a:pPr marL="0" indent="0">
              <a:buNone/>
            </a:pPr>
            <a:r>
              <a:rPr lang="ru-RU" sz="5400" dirty="0" smtClean="0"/>
              <a:t>Риски</a:t>
            </a:r>
            <a:r>
              <a:rPr lang="ru-RU" dirty="0" smtClean="0"/>
              <a:t> </a:t>
            </a:r>
          </a:p>
          <a:p>
            <a:r>
              <a:rPr lang="ru-RU" dirty="0" smtClean="0"/>
              <a:t>Возможная поломка </a:t>
            </a:r>
            <a:r>
              <a:rPr lang="ru-RU" dirty="0" err="1" smtClean="0"/>
              <a:t>квадрокоптера</a:t>
            </a:r>
            <a:r>
              <a:rPr lang="ru-RU" dirty="0" smtClean="0"/>
              <a:t>;</a:t>
            </a:r>
          </a:p>
          <a:p>
            <a:pPr lvl="0"/>
            <a:r>
              <a:rPr lang="ru-RU" dirty="0" smtClean="0"/>
              <a:t>Компьютер</a:t>
            </a:r>
          </a:p>
          <a:p>
            <a:pPr lvl="0"/>
            <a:r>
              <a:rPr lang="ru-RU" dirty="0" err="1" smtClean="0"/>
              <a:t>Квадрокоптер</a:t>
            </a:r>
            <a:r>
              <a:rPr lang="ru-RU" dirty="0" smtClean="0"/>
              <a:t> </a:t>
            </a:r>
            <a:r>
              <a:rPr lang="en-US" dirty="0" smtClean="0"/>
              <a:t>DJI Mavic</a:t>
            </a:r>
            <a:r>
              <a:rPr lang="ru-RU" dirty="0" smtClean="0"/>
              <a:t> 2 </a:t>
            </a:r>
            <a:r>
              <a:rPr lang="en-US" dirty="0" smtClean="0"/>
              <a:t>Pro</a:t>
            </a:r>
            <a:r>
              <a:rPr lang="ru-RU" dirty="0" smtClean="0"/>
              <a:t>(</a:t>
            </a:r>
            <a:r>
              <a:rPr lang="ru-RU" dirty="0" err="1" smtClean="0"/>
              <a:t>Кванториум</a:t>
            </a:r>
            <a:r>
              <a:rPr lang="ru-RU" dirty="0" smtClean="0"/>
              <a:t>)</a:t>
            </a:r>
          </a:p>
          <a:p>
            <a:pPr lvl="0"/>
            <a:r>
              <a:rPr lang="ru-RU" dirty="0" smtClean="0"/>
              <a:t>Интернет</a:t>
            </a:r>
          </a:p>
          <a:p>
            <a:pPr marL="0" indent="0">
              <a:buNone/>
            </a:pPr>
            <a:r>
              <a:rPr lang="ru-RU" dirty="0" smtClean="0"/>
              <a:t> Программа </a:t>
            </a:r>
            <a:r>
              <a:rPr lang="en-US" dirty="0" err="1" smtClean="0"/>
              <a:t>Kolor</a:t>
            </a:r>
            <a:r>
              <a:rPr lang="en-US" dirty="0" smtClean="0"/>
              <a:t> </a:t>
            </a:r>
            <a:r>
              <a:rPr lang="en-US" dirty="0" err="1" smtClean="0"/>
              <a:t>Panotour</a:t>
            </a:r>
            <a:r>
              <a:rPr lang="en-US" dirty="0" smtClean="0"/>
              <a:t> Pro</a:t>
            </a:r>
            <a:r>
              <a:rPr lang="ru-RU" dirty="0" smtClean="0"/>
              <a:t> 2.3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75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Умения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Полученные знания можно применить в работе </a:t>
            </a:r>
            <a:r>
              <a:rPr lang="ru-RU" dirty="0" err="1"/>
              <a:t>айтишника</a:t>
            </a:r>
            <a:r>
              <a:rPr lang="ru-RU" dirty="0"/>
              <a:t> и программиста </a:t>
            </a:r>
          </a:p>
          <a:p>
            <a:pPr marL="0" indent="0" algn="ctr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56748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0566" y="596132"/>
            <a:ext cx="10515600" cy="1325563"/>
          </a:xfrm>
        </p:spPr>
        <p:txBody>
          <a:bodyPr/>
          <a:lstStyle/>
          <a:p>
            <a:r>
              <a:rPr lang="ru-RU" b="1" dirty="0"/>
              <a:t>К</a:t>
            </a:r>
            <a:r>
              <a:rPr lang="ru-RU" b="1" dirty="0" smtClean="0"/>
              <a:t>ому будет полезен проект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0566" y="1825625"/>
            <a:ext cx="10833234" cy="4351338"/>
          </a:xfrm>
        </p:spPr>
        <p:txBody>
          <a:bodyPr/>
          <a:lstStyle/>
          <a:p>
            <a:r>
              <a:rPr lang="ru-RU" dirty="0"/>
              <a:t>Наш проект будет полезен тем, кто хочет посмотреть нашу  школу не заходя в нее </a:t>
            </a:r>
            <a:r>
              <a:rPr lang="ru-RU" dirty="0" smtClean="0"/>
              <a:t>родителям.</a:t>
            </a:r>
          </a:p>
          <a:p>
            <a:pPr marL="0" indent="0">
              <a:buNone/>
            </a:pPr>
            <a:r>
              <a:rPr lang="ru-RU" sz="4800" dirty="0" smtClean="0"/>
              <a:t>Список литературы</a:t>
            </a:r>
          </a:p>
          <a:p>
            <a:pPr marL="0" lvl="0" indent="0">
              <a:buNone/>
            </a:pPr>
            <a:r>
              <a:rPr lang="ru-RU" dirty="0" smtClean="0">
                <a:hlinkClick r:id="rId2"/>
              </a:rPr>
              <a:t> </a:t>
            </a:r>
            <a:r>
              <a:rPr lang="ru-RU" u="sng" dirty="0" smtClean="0">
                <a:hlinkClick r:id="rId2"/>
              </a:rPr>
              <a:t>https</a:t>
            </a:r>
            <a:r>
              <a:rPr lang="ru-RU" u="sng" dirty="0">
                <a:hlinkClick r:id="rId2"/>
              </a:rPr>
              <a:t>://www.youtube.com/watch?v=CinZ-haX9Qs</a:t>
            </a:r>
            <a:r>
              <a:rPr lang="ru-RU" dirty="0"/>
              <a:t> </a:t>
            </a:r>
          </a:p>
          <a:p>
            <a:pPr lvl="0"/>
            <a:r>
              <a:rPr lang="ru-RU" u="sng" dirty="0">
                <a:hlinkClick r:id="rId3"/>
              </a:rPr>
              <a:t>https://www.youtube.com/watch?v=R0ejLhZAE3I&amp;t=945s</a:t>
            </a:r>
            <a:r>
              <a:rPr lang="ru-RU" dirty="0"/>
              <a:t> </a:t>
            </a:r>
          </a:p>
          <a:p>
            <a:r>
              <a:rPr lang="ru-RU" u="sng" dirty="0">
                <a:hlinkClick r:id="rId4"/>
              </a:rPr>
              <a:t>https://ru.wikipedia.org/wiki/HTML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442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18122" y="429344"/>
            <a:ext cx="9144000" cy="2387600"/>
          </a:xfrm>
        </p:spPr>
        <p:txBody>
          <a:bodyPr>
            <a:normAutofit/>
          </a:bodyPr>
          <a:lstStyle/>
          <a:p>
            <a:r>
              <a:rPr lang="ru-RU" sz="2400" b="1" dirty="0"/>
              <a:t>Муниципальное бюджетное общеобразовательное </a:t>
            </a:r>
            <a:r>
              <a:rPr lang="ru-RU" sz="2400" b="1" dirty="0" smtClean="0"/>
              <a:t>учреждение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b="1" dirty="0"/>
              <a:t>«Кизнерская средняя общеобразовательная школа №1»</a:t>
            </a:r>
            <a:r>
              <a:rPr lang="ru-RU" sz="2400" dirty="0"/>
              <a:t/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666198"/>
            <a:ext cx="9144000" cy="2591602"/>
          </a:xfrm>
        </p:spPr>
        <p:txBody>
          <a:bodyPr/>
          <a:lstStyle/>
          <a:p>
            <a:r>
              <a:rPr lang="ru-RU" dirty="0"/>
              <a:t>Проектная работа</a:t>
            </a:r>
          </a:p>
          <a:p>
            <a:r>
              <a:rPr lang="ru-RU" dirty="0"/>
              <a:t>«тур по школе созданный с помощью </a:t>
            </a:r>
            <a:r>
              <a:rPr lang="ru-RU" dirty="0" err="1"/>
              <a:t>квадрокоптера</a:t>
            </a:r>
            <a:r>
              <a:rPr lang="ru-RU" dirty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83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45</TotalTime>
  <Words>267</Words>
  <Application>Microsoft Office PowerPoint</Application>
  <PresentationFormat>Широкоэкранный</PresentationFormat>
  <Paragraphs>54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Сетка</vt:lpstr>
      <vt:lpstr>Муниципальное бюджетное общеобразовательное учреждение «Кизнерская средняя общеобразовательная школа №1» </vt:lpstr>
      <vt:lpstr>Авторы</vt:lpstr>
      <vt:lpstr>Актуальность</vt:lpstr>
      <vt:lpstr>Проблема </vt:lpstr>
      <vt:lpstr>Цель работы</vt:lpstr>
      <vt:lpstr>  Ресурсы  </vt:lpstr>
      <vt:lpstr>Оценка </vt:lpstr>
      <vt:lpstr>Умения </vt:lpstr>
      <vt:lpstr>Кому будет полезен проект</vt:lpstr>
      <vt:lpstr>Муниципальное бюджетное общеобразовательное учреждение «Кизнерская средняя общеобразовательная школа №1»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Муниципальное бюджетное общеобразовательное учреждение «Кизнерская средняя общеобразовательная школа №1» </dc:title>
  <dc:creator>Ученик 3</dc:creator>
  <cp:lastModifiedBy>Polymedia</cp:lastModifiedBy>
  <cp:revision>8</cp:revision>
  <dcterms:created xsi:type="dcterms:W3CDTF">2022-05-14T06:07:26Z</dcterms:created>
  <dcterms:modified xsi:type="dcterms:W3CDTF">2022-05-19T07:36:53Z</dcterms:modified>
</cp:coreProperties>
</file>